
<file path=ppt/slides/slide1.xml><?xml version="1.0" encoding="utf-8"?>
<p:sld xmlns:p="http://schemas.openxmlformats.org/presentationml/2006/main" xmlns:a="http://schemas.openxmlformats.org/drawingml/2006/main">
  <p:cSld>
    <p:spTree>
      <a:tbl>
        <a:tr>
          <a:tc>
            <a:txBody>
              <a:p>
                <a:r>
                  <a:t>Portada</a:t>
                </a:r>
              </a:p>
            </a:txBody>
          </a:tc>
        </a:tr>
        <a:tr>
          <a:tc>
            <a:txBody>
              <a:p>
                <a:r>
                  <a:t>Comite de obra</a:t>
                </a:r>
              </a:p>
            </a:txBody>
          </a:tc>
        </a:tr>
      </a:tbl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a:tbl>
        <a:tr>
          <a:tc>
            <a:txBody>
              <a:p>
                <a:r>
                  <a:t>Edificio</a:t>
                </a:r>
              </a:p>
            </a:txBody>
          </a:tc>
          <a:tc>
            <a:txBody>
              <a:p>
                <a:r>
                  <a:t>% Avance</a:t>
                </a:r>
              </a:p>
            </a:txBody>
          </a:tc>
        </a:tr>
        <a:tr>
          <a:tc>
            <a:txBody>
              <a:p>
                <a:r>
                  <a:t>TH-14</a:t>
                </a:r>
              </a:p>
            </a:txBody>
          </a:tc>
          <a:tc>
            <a:txBody>
              <a:p>
                <a:r>
                  <a:t>62,5</a:t>
                </a:r>
              </a:p>
            </a:txBody>
          </a:tc>
        </a:tr>
        <a:tr>
          <a:tc>
            <a:txBody>
              <a:p>
                <a:r>
                  <a:t>TH-07</a:t>
                </a:r>
              </a:p>
            </a:txBody>
          </a:tc>
          <a:tc>
            <a:txBody>
              <a:p>
                <a:r>
                  <a:t>21</a:t>
                </a:r>
              </a:p>
            </a:txBody>
          </a:tc>
        </a:tr>
      </a:tbl>
    </p:spTree>
  </p:cSld>
</p:sld>
</file>