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2880" y="45720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</a:tblGrid>
              <a:tr h="548640">
                <a:tc>
                  <a:txBody>
                    <a:bodyPr/>
                    <a:lstStyle/>
                    <a:p>
                      <a:r>
                        <a:t>Edificio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Infraest.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Superestr.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Instal.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Albañil.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Pintura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Herrería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Carpint.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Misc.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Edif.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5.7%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Edif.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4.6%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Edif.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